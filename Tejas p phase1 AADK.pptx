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21-02-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21-02-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21-02-</a:t>
            </a:r>
            <a:r>
              <a:rPr spc="-20" dirty="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21-02-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21-02-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89086-700E-5BC0-B0E4-53E3C8180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F2730-32FF-D5F9-1F0C-FCE9BBB1E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8188E-50E8-1C24-F94B-A0A4E2CAE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1C48-64AC-4800-B350-C217390AEC1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2E786-E351-D473-280E-1E5579934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077A3-E9F1-97BB-6574-024D60088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B3CD1-BD3D-4F8F-A6BD-49958E9DC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7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3961" y="137236"/>
            <a:ext cx="10826115" cy="1261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7177" y="1632801"/>
            <a:ext cx="9239885" cy="4491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6939" y="6464680"/>
            <a:ext cx="742314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21-02-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94211" y="6464680"/>
            <a:ext cx="2190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B6AA6-9CC3-0277-42AD-39B2AE5CE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32" y="365125"/>
            <a:ext cx="10795820" cy="1237533"/>
          </a:xfrm>
        </p:spPr>
        <p:txBody>
          <a:bodyPr>
            <a:normAutofit fontScale="90000"/>
          </a:bodyPr>
          <a:lstStyle/>
          <a:p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KALPATARU INSTITUTE OF TECHNOLOGY TIPTUR</a:t>
            </a:r>
            <a:b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     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u="none" strike="noStrike" kern="100" dirty="0">
                <a:solidFill>
                  <a:srgbClr val="4472C4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INDUSTRY / RESEARCH INTERNSHIP (BEC803)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17B5-CA68-B385-B835-DAAE9A73C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32" y="1976284"/>
            <a:ext cx="10530348" cy="4277032"/>
          </a:xfrm>
        </p:spPr>
        <p:txBody>
          <a:bodyPr>
            <a:normAutofit fontScale="70000" lnSpcReduction="20000"/>
          </a:bodyPr>
          <a:lstStyle/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: MINDMATRIX</a:t>
            </a:r>
          </a:p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TOPIC : ANDROID APP DEVELOPMENT USING GEN AI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 By : Tejas P                                                                 Project Guide : </a:t>
            </a:r>
            <a:r>
              <a:rPr lang="en-US" sz="3200" dirty="0" err="1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Tirumal</a:t>
            </a:r>
            <a:r>
              <a:rPr lang="en-US" sz="32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USN 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1KI22EC109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33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3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 of the department:   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9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Dr. S V </a:t>
            </a:r>
            <a:r>
              <a:rPr kumimoji="0" lang="en-US" altLang="en-US" sz="29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Rajashekhararadhya</a:t>
            </a:r>
            <a:r>
              <a:rPr kumimoji="0" lang="en-US" altLang="en-US" sz="29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B.E., M.E, </a:t>
            </a:r>
            <a:r>
              <a:rPr kumimoji="0" lang="en-US" altLang="en-US" sz="29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endParaRPr kumimoji="0" lang="en-US" altLang="en-US" sz="2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Prof &amp; HOD Dept. of ECE </a:t>
            </a:r>
            <a:endParaRPr kumimoji="0" lang="en-US" altLang="en-US" sz="2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K.I.T, </a:t>
            </a:r>
            <a:r>
              <a:rPr kumimoji="0" lang="en-US" altLang="en-US" sz="29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Tiptur</a:t>
            </a:r>
            <a:endParaRPr lang="en-US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</a:t>
            </a:r>
            <a:endParaRPr lang="en-US" sz="2000" dirty="0"/>
          </a:p>
          <a:p>
            <a:pPr algn="r"/>
            <a:endParaRPr lang="en-US" dirty="0"/>
          </a:p>
        </p:txBody>
      </p:sp>
      <p:pic>
        <p:nvPicPr>
          <p:cNvPr id="4" name="Picture 2" descr="Major Changes In VTU's Schemes - Careerindia">
            <a:extLst>
              <a:ext uri="{FF2B5EF4-FFF2-40B4-BE49-F238E27FC236}">
                <a16:creationId xmlns:a16="http://schemas.microsoft.com/office/drawing/2014/main" id="{8F41C8B5-419A-642D-6D14-3B9B3376B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91" y="438509"/>
            <a:ext cx="1074632" cy="107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Kalpataru Institute of Technology, Tiptur">
            <a:extLst>
              <a:ext uri="{FF2B5EF4-FFF2-40B4-BE49-F238E27FC236}">
                <a16:creationId xmlns:a16="http://schemas.microsoft.com/office/drawing/2014/main" id="{6418B761-6821-6E9C-1DDC-0914AEA49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7393" y="365125"/>
            <a:ext cx="1032387" cy="95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611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21-02-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539" rIns="0" bIns="0" rtlCol="0">
            <a:spAutoFit/>
          </a:bodyPr>
          <a:lstStyle/>
          <a:p>
            <a:pPr marL="52514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898" y="2350770"/>
            <a:ext cx="10998200" cy="3440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3540" indent="-345440">
              <a:lnSpc>
                <a:spcPct val="100000"/>
              </a:lnSpc>
              <a:spcBef>
                <a:spcPts val="105"/>
              </a:spcBef>
              <a:buChar char="•"/>
              <a:tabLst>
                <a:tab pos="383540" algn="l"/>
              </a:tabLst>
            </a:pPr>
            <a:r>
              <a:rPr sz="3200" dirty="0">
                <a:latin typeface="Times New Roman"/>
                <a:cs typeface="Times New Roman"/>
              </a:rPr>
              <a:t>Internship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Title: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Android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Development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GenAI</a:t>
            </a:r>
            <a:endParaRPr sz="3200">
              <a:latin typeface="Times New Roman"/>
              <a:cs typeface="Times New Roman"/>
            </a:endParaRPr>
          </a:p>
          <a:p>
            <a:pPr marL="383540" indent="-345440">
              <a:lnSpc>
                <a:spcPct val="100000"/>
              </a:lnSpc>
              <a:buChar char="•"/>
              <a:tabLst>
                <a:tab pos="383540" algn="l"/>
              </a:tabLst>
            </a:pPr>
            <a:r>
              <a:rPr sz="3200" dirty="0">
                <a:latin typeface="Times New Roman"/>
                <a:cs typeface="Times New Roman"/>
              </a:rPr>
              <a:t>Organization: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MindMatrix.io</a:t>
            </a:r>
            <a:endParaRPr sz="3200">
              <a:latin typeface="Times New Roman"/>
              <a:cs typeface="Times New Roman"/>
            </a:endParaRPr>
          </a:p>
          <a:p>
            <a:pPr marL="383540" indent="-345440">
              <a:lnSpc>
                <a:spcPct val="100000"/>
              </a:lnSpc>
              <a:buChar char="•"/>
              <a:tabLst>
                <a:tab pos="383540" algn="l"/>
              </a:tabLst>
            </a:pPr>
            <a:r>
              <a:rPr sz="3200" dirty="0">
                <a:latin typeface="Times New Roman"/>
                <a:cs typeface="Times New Roman"/>
              </a:rPr>
              <a:t>Duration: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</a:t>
            </a:r>
            <a:r>
              <a:rPr sz="3150" baseline="25132" dirty="0">
                <a:latin typeface="Times New Roman"/>
                <a:cs typeface="Times New Roman"/>
              </a:rPr>
              <a:t>nd</a:t>
            </a:r>
            <a:r>
              <a:rPr sz="3150" spc="382" baseline="2513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February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2026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Ongoing</a:t>
            </a:r>
            <a:endParaRPr sz="3200">
              <a:latin typeface="Times New Roman"/>
              <a:cs typeface="Times New Roman"/>
            </a:endParaRPr>
          </a:p>
          <a:p>
            <a:pPr marL="383540" indent="-345440">
              <a:lnSpc>
                <a:spcPct val="100000"/>
              </a:lnSpc>
              <a:buChar char="•"/>
              <a:tabLst>
                <a:tab pos="383540" algn="l"/>
              </a:tabLst>
            </a:pPr>
            <a:r>
              <a:rPr sz="3200" dirty="0">
                <a:latin typeface="Times New Roman"/>
                <a:cs typeface="Times New Roman"/>
              </a:rPr>
              <a:t>Domain:</a:t>
            </a:r>
            <a:r>
              <a:rPr sz="3200" spc="-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Android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Development,</a:t>
            </a:r>
            <a:r>
              <a:rPr sz="3200" spc="-2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AI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Tools,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Salesforce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CRM</a:t>
            </a:r>
            <a:endParaRPr sz="3200">
              <a:latin typeface="Times New Roman"/>
              <a:cs typeface="Times New Roman"/>
            </a:endParaRPr>
          </a:p>
          <a:p>
            <a:pPr marL="383540" indent="-345440">
              <a:lnSpc>
                <a:spcPct val="100000"/>
              </a:lnSpc>
              <a:buChar char="•"/>
              <a:tabLst>
                <a:tab pos="383540" algn="l"/>
              </a:tabLst>
            </a:pPr>
            <a:r>
              <a:rPr sz="3200" dirty="0">
                <a:latin typeface="Times New Roman"/>
                <a:cs typeface="Times New Roman"/>
              </a:rPr>
              <a:t>Mode: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Mentorship-driven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Hands-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Project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Training</a:t>
            </a:r>
            <a:endParaRPr sz="3200">
              <a:latin typeface="Times New Roman"/>
              <a:cs typeface="Times New Roman"/>
            </a:endParaRPr>
          </a:p>
          <a:p>
            <a:pPr marL="38100" marR="30480" indent="345440">
              <a:lnSpc>
                <a:spcPct val="100000"/>
              </a:lnSpc>
              <a:buChar char="•"/>
              <a:tabLst>
                <a:tab pos="383540" algn="l"/>
              </a:tabLst>
            </a:pPr>
            <a:r>
              <a:rPr sz="3200" dirty="0">
                <a:latin typeface="Times New Roman"/>
                <a:cs typeface="Times New Roman"/>
              </a:rPr>
              <a:t>Objective: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To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gain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practical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industry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exposure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technical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skill enhancement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21-02-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539" rIns="0" bIns="0" rtlCol="0">
            <a:spAutoFit/>
          </a:bodyPr>
          <a:lstStyle/>
          <a:p>
            <a:pPr marL="525145">
              <a:lnSpc>
                <a:spcPct val="100000"/>
              </a:lnSpc>
              <a:spcBef>
                <a:spcPts val="105"/>
              </a:spcBef>
            </a:pPr>
            <a:r>
              <a:rPr dirty="0"/>
              <a:t>About</a:t>
            </a:r>
            <a:r>
              <a:rPr spc="-3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10" dirty="0"/>
              <a:t>Company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715" y="1833555"/>
            <a:ext cx="10853420" cy="4416425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2025"/>
              </a:spcBef>
              <a:buChar char="•"/>
              <a:tabLst>
                <a:tab pos="358140" algn="l"/>
              </a:tabLst>
            </a:pPr>
            <a:r>
              <a:rPr sz="3200" dirty="0">
                <a:latin typeface="Times New Roman"/>
                <a:cs typeface="Times New Roman"/>
              </a:rPr>
              <a:t>Provides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mentorship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from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experienced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industry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professionals</a:t>
            </a:r>
            <a:endParaRPr sz="320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spcBef>
                <a:spcPts val="1920"/>
              </a:spcBef>
              <a:buChar char="•"/>
              <a:tabLst>
                <a:tab pos="358140" algn="l"/>
              </a:tabLst>
            </a:pPr>
            <a:r>
              <a:rPr sz="3200" dirty="0">
                <a:latin typeface="Times New Roman"/>
                <a:cs typeface="Times New Roman"/>
              </a:rPr>
              <a:t>Offers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hands-on,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project-</a:t>
            </a:r>
            <a:r>
              <a:rPr sz="3200" dirty="0">
                <a:latin typeface="Times New Roman"/>
                <a:cs typeface="Times New Roman"/>
              </a:rPr>
              <a:t>based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learning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programs</a:t>
            </a:r>
            <a:endParaRPr sz="320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spcBef>
                <a:spcPts val="1920"/>
              </a:spcBef>
              <a:buChar char="•"/>
              <a:tabLst>
                <a:tab pos="358140" algn="l"/>
              </a:tabLst>
            </a:pPr>
            <a:r>
              <a:rPr sz="3200" dirty="0">
                <a:latin typeface="Times New Roman"/>
                <a:cs typeface="Times New Roman"/>
              </a:rPr>
              <a:t>Encourages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practical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skill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development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over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theoretical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learning</a:t>
            </a:r>
            <a:endParaRPr sz="320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spcBef>
                <a:spcPts val="1925"/>
              </a:spcBef>
              <a:buChar char="•"/>
              <a:tabLst>
                <a:tab pos="358140" algn="l"/>
              </a:tabLst>
            </a:pPr>
            <a:r>
              <a:rPr sz="3200" dirty="0">
                <a:latin typeface="Times New Roman"/>
                <a:cs typeface="Times New Roman"/>
              </a:rPr>
              <a:t>Conducts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structured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training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sessions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regular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evaluations</a:t>
            </a:r>
            <a:endParaRPr sz="320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spcBef>
                <a:spcPts val="1920"/>
              </a:spcBef>
              <a:buChar char="•"/>
              <a:tabLst>
                <a:tab pos="358140" algn="l"/>
              </a:tabLst>
            </a:pPr>
            <a:r>
              <a:rPr sz="3200" dirty="0">
                <a:latin typeface="Times New Roman"/>
                <a:cs typeface="Times New Roman"/>
              </a:rPr>
              <a:t>Focuses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automation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modern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technology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solutions</a:t>
            </a:r>
            <a:endParaRPr sz="320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spcBef>
                <a:spcPts val="1920"/>
              </a:spcBef>
              <a:buChar char="•"/>
              <a:tabLst>
                <a:tab pos="358140" algn="l"/>
              </a:tabLst>
            </a:pPr>
            <a:r>
              <a:rPr sz="3200" dirty="0">
                <a:latin typeface="Times New Roman"/>
                <a:cs typeface="Times New Roman"/>
              </a:rPr>
              <a:t>Encourages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continuous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learning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professional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growth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2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Literature</a:t>
            </a:r>
            <a:r>
              <a:rPr spc="-55" dirty="0"/>
              <a:t> </a:t>
            </a:r>
            <a:r>
              <a:rPr dirty="0"/>
              <a:t>Review</a:t>
            </a:r>
            <a:r>
              <a:rPr spc="-20" dirty="0"/>
              <a:t> </a:t>
            </a:r>
            <a:r>
              <a:rPr dirty="0"/>
              <a:t>or </a:t>
            </a:r>
            <a:r>
              <a:rPr spc="-10" dirty="0"/>
              <a:t>Pre-</a:t>
            </a:r>
            <a:r>
              <a:rPr dirty="0"/>
              <a:t>requisite</a:t>
            </a:r>
            <a:r>
              <a:rPr spc="-40" dirty="0"/>
              <a:t> </a:t>
            </a:r>
            <a:r>
              <a:rPr dirty="0"/>
              <a:t>of the</a:t>
            </a:r>
            <a:r>
              <a:rPr spc="-2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1935" y="642650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131" y="6177483"/>
            <a:ext cx="84258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100"/>
              </a:spcBef>
              <a:buChar char="•"/>
              <a:tabLst>
                <a:tab pos="358140" algn="l"/>
              </a:tabLst>
            </a:pPr>
            <a:r>
              <a:rPr sz="3200" spc="-15" dirty="0">
                <a:latin typeface="Times New Roman"/>
                <a:cs typeface="Times New Roman"/>
              </a:rPr>
              <a:t>B</a:t>
            </a:r>
            <a:r>
              <a:rPr sz="3200" spc="-390" dirty="0">
                <a:latin typeface="Times New Roman"/>
                <a:cs typeface="Times New Roman"/>
              </a:rPr>
              <a:t>a</a:t>
            </a:r>
            <a:r>
              <a:rPr sz="1800" spc="-367" baseline="2314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r>
              <a:rPr sz="3200" spc="-1035" dirty="0">
                <a:latin typeface="Times New Roman"/>
                <a:cs typeface="Times New Roman"/>
              </a:rPr>
              <a:t>s</a:t>
            </a:r>
            <a:r>
              <a:rPr sz="1800" spc="-7" baseline="2314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sz="1800" baseline="2314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1800" spc="-900" baseline="2314" dirty="0">
                <a:solidFill>
                  <a:srgbClr val="888888"/>
                </a:solidFill>
                <a:latin typeface="Calibri"/>
                <a:cs typeface="Calibri"/>
              </a:rPr>
              <a:t>0</a:t>
            </a:r>
            <a:r>
              <a:rPr sz="3200" spc="-310" dirty="0">
                <a:latin typeface="Times New Roman"/>
                <a:cs typeface="Times New Roman"/>
              </a:rPr>
              <a:t>i</a:t>
            </a:r>
            <a:r>
              <a:rPr sz="1800" spc="-480" baseline="2314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r>
              <a:rPr sz="3200" spc="-1135" dirty="0">
                <a:latin typeface="Times New Roman"/>
                <a:cs typeface="Times New Roman"/>
              </a:rPr>
              <a:t>c</a:t>
            </a:r>
            <a:r>
              <a:rPr sz="1800" spc="-7" baseline="2314" dirty="0">
                <a:solidFill>
                  <a:srgbClr val="888888"/>
                </a:solidFill>
                <a:latin typeface="Calibri"/>
                <a:cs typeface="Calibri"/>
              </a:rPr>
              <a:t>-2</a:t>
            </a:r>
            <a:r>
              <a:rPr sz="1800" spc="-735" baseline="2314" dirty="0">
                <a:solidFill>
                  <a:srgbClr val="888888"/>
                </a:solidFill>
                <a:latin typeface="Calibri"/>
                <a:cs typeface="Calibri"/>
              </a:rPr>
              <a:t>0</a:t>
            </a:r>
            <a:r>
              <a:rPr sz="3200" spc="-780" dirty="0">
                <a:latin typeface="Times New Roman"/>
                <a:cs typeface="Times New Roman"/>
              </a:rPr>
              <a:t>s</a:t>
            </a:r>
            <a:r>
              <a:rPr sz="1800" spc="-7" baseline="2314" dirty="0">
                <a:solidFill>
                  <a:srgbClr val="888888"/>
                </a:solidFill>
                <a:latin typeface="Calibri"/>
                <a:cs typeface="Calibri"/>
              </a:rPr>
              <a:t>26</a:t>
            </a:r>
            <a:r>
              <a:rPr sz="1800" spc="112" baseline="2314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design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interface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principles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131" y="1543360"/>
            <a:ext cx="10587990" cy="4416425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2025"/>
              </a:spcBef>
              <a:buChar char="•"/>
              <a:tabLst>
                <a:tab pos="358140" algn="l"/>
              </a:tabLst>
            </a:pPr>
            <a:r>
              <a:rPr sz="3200" dirty="0">
                <a:latin typeface="Times New Roman"/>
                <a:cs typeface="Times New Roman"/>
              </a:rPr>
              <a:t>Basics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Kotlin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programming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Android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development</a:t>
            </a:r>
            <a:endParaRPr sz="320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spcBef>
                <a:spcPts val="1920"/>
              </a:spcBef>
              <a:buChar char="•"/>
              <a:tabLst>
                <a:tab pos="358140" algn="l"/>
              </a:tabLst>
            </a:pPr>
            <a:r>
              <a:rPr sz="3200" dirty="0">
                <a:latin typeface="Times New Roman"/>
                <a:cs typeface="Times New Roman"/>
              </a:rPr>
              <a:t>Introduction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Salesforce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CRM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concepts</a:t>
            </a:r>
            <a:endParaRPr sz="320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spcBef>
                <a:spcPts val="1920"/>
              </a:spcBef>
              <a:buChar char="•"/>
              <a:tabLst>
                <a:tab pos="358140" algn="l"/>
              </a:tabLst>
            </a:pPr>
            <a:r>
              <a:rPr sz="3200" spc="-10" dirty="0">
                <a:latin typeface="Times New Roman"/>
                <a:cs typeface="Times New Roman"/>
              </a:rPr>
              <a:t>Understanding</a:t>
            </a:r>
            <a:r>
              <a:rPr sz="3200" spc="-2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AI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tools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generative</a:t>
            </a:r>
            <a:r>
              <a:rPr sz="3200" spc="-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AI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basics</a:t>
            </a:r>
            <a:endParaRPr sz="320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spcBef>
                <a:spcPts val="1925"/>
              </a:spcBef>
              <a:buChar char="•"/>
              <a:tabLst>
                <a:tab pos="358140" algn="l"/>
              </a:tabLst>
            </a:pPr>
            <a:r>
              <a:rPr sz="3200" dirty="0">
                <a:latin typeface="Times New Roman"/>
                <a:cs typeface="Times New Roman"/>
              </a:rPr>
              <a:t>Learning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cloud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fundamentals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Google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Cloud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Skills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Boost</a:t>
            </a:r>
            <a:endParaRPr sz="320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spcBef>
                <a:spcPts val="1920"/>
              </a:spcBef>
              <a:buChar char="•"/>
              <a:tabLst>
                <a:tab pos="358140" algn="l"/>
              </a:tabLst>
            </a:pPr>
            <a:r>
              <a:rPr sz="3200" dirty="0">
                <a:latin typeface="Times New Roman"/>
                <a:cs typeface="Times New Roman"/>
              </a:rPr>
              <a:t>Basics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debugging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testing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applications</a:t>
            </a:r>
            <a:endParaRPr sz="320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spcBef>
                <a:spcPts val="1920"/>
              </a:spcBef>
              <a:buChar char="•"/>
              <a:tabLst>
                <a:tab pos="358140" algn="l"/>
              </a:tabLst>
            </a:pPr>
            <a:r>
              <a:rPr sz="3200" dirty="0">
                <a:latin typeface="Times New Roman"/>
                <a:cs typeface="Times New Roman"/>
              </a:rPr>
              <a:t>Introduction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mobile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performance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improvement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21-02-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31775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Learning</a:t>
            </a:r>
            <a:r>
              <a:rPr spc="-25" dirty="0"/>
              <a:t> </a:t>
            </a:r>
            <a:r>
              <a:rPr spc="-20" dirty="0"/>
              <a:t>Plan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5219" y="1393291"/>
            <a:ext cx="11671300" cy="5147310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2020"/>
              </a:spcBef>
            </a:pPr>
            <a:r>
              <a:rPr sz="3200" spc="-45" dirty="0">
                <a:latin typeface="Times New Roman"/>
                <a:cs typeface="Times New Roman"/>
              </a:rPr>
              <a:t>Week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1:</a:t>
            </a:r>
            <a:endParaRPr sz="3200" dirty="0">
              <a:latin typeface="Times New Roman"/>
              <a:cs typeface="Times New Roman"/>
            </a:endParaRPr>
          </a:p>
          <a:p>
            <a:pPr marL="443865" indent="-43116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443865" algn="l"/>
              </a:tabLst>
            </a:pPr>
            <a:r>
              <a:rPr sz="3200" dirty="0">
                <a:latin typeface="Times New Roman"/>
                <a:cs typeface="Times New Roman"/>
              </a:rPr>
              <a:t>Completed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internship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orientation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onboarding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process</a:t>
            </a:r>
            <a:endParaRPr sz="3200" dirty="0">
              <a:latin typeface="Times New Roman"/>
              <a:cs typeface="Times New Roman"/>
            </a:endParaRPr>
          </a:p>
          <a:p>
            <a:pPr marL="425450" indent="-41275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425450" algn="l"/>
              </a:tabLst>
            </a:pPr>
            <a:r>
              <a:rPr sz="3200" dirty="0">
                <a:latin typeface="Times New Roman"/>
                <a:cs typeface="Times New Roman"/>
              </a:rPr>
              <a:t>Set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Salesforce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Trailhead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profile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finished</a:t>
            </a:r>
            <a:r>
              <a:rPr sz="3200" spc="-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Agentblazer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tasks.</a:t>
            </a:r>
            <a:endParaRPr sz="3200" dirty="0">
              <a:latin typeface="Times New Roman"/>
              <a:cs typeface="Times New Roman"/>
            </a:endParaRPr>
          </a:p>
          <a:p>
            <a:pPr marL="207645" marR="5080" indent="-195580">
              <a:lnSpc>
                <a:spcPts val="5760"/>
              </a:lnSpc>
              <a:spcBef>
                <a:spcPts val="515"/>
              </a:spcBef>
              <a:buChar char="•"/>
              <a:tabLst>
                <a:tab pos="207645" algn="l"/>
                <a:tab pos="425450" algn="l"/>
              </a:tabLst>
            </a:pPr>
            <a:r>
              <a:rPr sz="3200" dirty="0">
                <a:latin typeface="Arial MT"/>
                <a:cs typeface="Arial MT"/>
              </a:rPr>
              <a:t>	</a:t>
            </a:r>
            <a:r>
              <a:rPr sz="3200" dirty="0">
                <a:latin typeface="Times New Roman"/>
                <a:cs typeface="Times New Roman"/>
              </a:rPr>
              <a:t>Explored</a:t>
            </a:r>
            <a:r>
              <a:rPr sz="3200" spc="-2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AI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Studio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experimented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generative</a:t>
            </a:r>
            <a:r>
              <a:rPr sz="3200" spc="-2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AI </a:t>
            </a:r>
            <a:r>
              <a:rPr sz="3200" spc="-10" dirty="0">
                <a:latin typeface="Times New Roman"/>
                <a:cs typeface="Times New Roman"/>
              </a:rPr>
              <a:t>workflows. </a:t>
            </a:r>
            <a:r>
              <a:rPr sz="3200" spc="-35" dirty="0">
                <a:latin typeface="Times New Roman"/>
                <a:cs typeface="Times New Roman"/>
              </a:rPr>
              <a:t>Week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:</a:t>
            </a:r>
            <a:endParaRPr sz="3200" dirty="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spcBef>
                <a:spcPts val="1410"/>
              </a:spcBef>
              <a:buChar char="•"/>
              <a:tabLst>
                <a:tab pos="358140" algn="l"/>
              </a:tabLst>
            </a:pPr>
            <a:r>
              <a:rPr sz="3200" dirty="0">
                <a:latin typeface="Times New Roman"/>
                <a:cs typeface="Times New Roman"/>
              </a:rPr>
              <a:t>Learned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Kotlin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programming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fundamentals.</a:t>
            </a:r>
            <a:endParaRPr sz="3200" dirty="0">
              <a:latin typeface="Times New Roman"/>
              <a:cs typeface="Times New Roman"/>
            </a:endParaRPr>
          </a:p>
          <a:p>
            <a:pPr marL="337185" indent="-324485">
              <a:lnSpc>
                <a:spcPct val="100000"/>
              </a:lnSpc>
              <a:spcBef>
                <a:spcPts val="1920"/>
              </a:spcBef>
              <a:buChar char="•"/>
              <a:tabLst>
                <a:tab pos="337185" algn="l"/>
              </a:tabLst>
            </a:pPr>
            <a:r>
              <a:rPr sz="3200" dirty="0">
                <a:latin typeface="Times New Roman"/>
                <a:cs typeface="Times New Roman"/>
              </a:rPr>
              <a:t>Attended</a:t>
            </a:r>
            <a:r>
              <a:rPr sz="3200" spc="-2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Android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lab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sessions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best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practice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evaluation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sessions.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21-02-</a:t>
            </a:r>
            <a:r>
              <a:rPr spc="-20" dirty="0"/>
              <a:t>2026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533400" y="214886"/>
            <a:ext cx="9741535" cy="2083263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spc="-10" dirty="0">
                <a:latin typeface="Calibri"/>
                <a:cs typeface="Calibri"/>
              </a:rPr>
              <a:t>Week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3:</a:t>
            </a:r>
            <a:endParaRPr sz="3200" dirty="0">
              <a:latin typeface="Calibri"/>
              <a:cs typeface="Calibri"/>
            </a:endParaRPr>
          </a:p>
          <a:p>
            <a:pPr marL="321945" indent="-30924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21945" algn="l"/>
              </a:tabLst>
            </a:pPr>
            <a:r>
              <a:rPr sz="3200" dirty="0">
                <a:latin typeface="Calibri"/>
                <a:cs typeface="Calibri"/>
              </a:rPr>
              <a:t>Developed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Android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application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using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Android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Studio.</a:t>
            </a:r>
            <a:endParaRPr sz="32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45"/>
              </a:spcBef>
              <a:buChar char="•"/>
              <a:tabLst>
                <a:tab pos="241300" algn="l"/>
                <a:tab pos="321945" algn="l"/>
              </a:tabLst>
            </a:pPr>
            <a:r>
              <a:rPr sz="3200" dirty="0">
                <a:latin typeface="Arial MT"/>
                <a:cs typeface="Arial MT"/>
              </a:rPr>
              <a:t>	</a:t>
            </a:r>
            <a:r>
              <a:rPr sz="3200" dirty="0">
                <a:latin typeface="Calibri"/>
                <a:cs typeface="Calibri"/>
              </a:rPr>
              <a:t>Successfully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connected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tested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app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mobile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device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via </a:t>
            </a:r>
            <a:r>
              <a:rPr sz="3200" dirty="0">
                <a:latin typeface="Calibri"/>
                <a:cs typeface="Calibri"/>
              </a:rPr>
              <a:t>USB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debugging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21-02-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5145">
              <a:lnSpc>
                <a:spcPct val="100000"/>
              </a:lnSpc>
              <a:spcBef>
                <a:spcPts val="105"/>
              </a:spcBef>
            </a:pPr>
            <a:r>
              <a:rPr dirty="0"/>
              <a:t>About</a:t>
            </a:r>
            <a:r>
              <a:rPr spc="-20" dirty="0"/>
              <a:t> </a:t>
            </a:r>
            <a:r>
              <a:rPr dirty="0"/>
              <a:t>Internship</a:t>
            </a:r>
            <a:r>
              <a:rPr spc="-100" dirty="0"/>
              <a:t> </a:t>
            </a:r>
            <a:r>
              <a:rPr spc="-10" dirty="0"/>
              <a:t>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2112" y="1429638"/>
            <a:ext cx="11733530" cy="4405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99720" indent="245110">
              <a:lnSpc>
                <a:spcPct val="100000"/>
              </a:lnSpc>
              <a:spcBef>
                <a:spcPts val="105"/>
              </a:spcBef>
              <a:buChar char="•"/>
              <a:tabLst>
                <a:tab pos="257810" algn="l"/>
              </a:tabLst>
            </a:pPr>
            <a:r>
              <a:rPr sz="3200" dirty="0">
                <a:latin typeface="Times New Roman"/>
                <a:cs typeface="Times New Roman"/>
              </a:rPr>
              <a:t>Practiced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continuous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learning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self-evaluation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during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training period.</a:t>
            </a:r>
            <a:endParaRPr sz="3200">
              <a:latin typeface="Times New Roman"/>
              <a:cs typeface="Times New Roman"/>
            </a:endParaRPr>
          </a:p>
          <a:p>
            <a:pPr marL="257175" indent="-244475">
              <a:lnSpc>
                <a:spcPct val="100000"/>
              </a:lnSpc>
              <a:buChar char="•"/>
              <a:tabLst>
                <a:tab pos="257175" algn="l"/>
              </a:tabLst>
            </a:pPr>
            <a:r>
              <a:rPr sz="3200" dirty="0">
                <a:latin typeface="Times New Roman"/>
                <a:cs typeface="Times New Roman"/>
              </a:rPr>
              <a:t>Learned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industry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communication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reporting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practices.</a:t>
            </a:r>
            <a:endParaRPr sz="3200">
              <a:latin typeface="Times New Roman"/>
              <a:cs typeface="Times New Roman"/>
            </a:endParaRPr>
          </a:p>
          <a:p>
            <a:pPr marL="257810" indent="-245110">
              <a:lnSpc>
                <a:spcPct val="100000"/>
              </a:lnSpc>
              <a:buChar char="•"/>
              <a:tabLst>
                <a:tab pos="257810" algn="l"/>
              </a:tabLst>
            </a:pPr>
            <a:r>
              <a:rPr sz="3200" dirty="0">
                <a:latin typeface="Times New Roman"/>
                <a:cs typeface="Times New Roman"/>
              </a:rPr>
              <a:t>Developed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management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task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prioritization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skills.</a:t>
            </a:r>
            <a:endParaRPr sz="3200">
              <a:latin typeface="Times New Roman"/>
              <a:cs typeface="Times New Roman"/>
            </a:endParaRPr>
          </a:p>
          <a:p>
            <a:pPr marL="257810" indent="-245110">
              <a:lnSpc>
                <a:spcPts val="3800"/>
              </a:lnSpc>
              <a:buChar char="•"/>
              <a:tabLst>
                <a:tab pos="257810" algn="l"/>
              </a:tabLst>
            </a:pPr>
            <a:r>
              <a:rPr sz="3200" dirty="0">
                <a:latin typeface="Times New Roman"/>
                <a:cs typeface="Times New Roman"/>
              </a:rPr>
              <a:t>Experienced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real-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feedback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mentor-</a:t>
            </a:r>
            <a:r>
              <a:rPr sz="3200" dirty="0">
                <a:latin typeface="Times New Roman"/>
                <a:cs typeface="Times New Roman"/>
              </a:rPr>
              <a:t>guided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improvement.</a:t>
            </a:r>
            <a:endParaRPr sz="3200">
              <a:latin typeface="Times New Roman"/>
              <a:cs typeface="Times New Roman"/>
            </a:endParaRPr>
          </a:p>
          <a:p>
            <a:pPr marL="12700" marR="5080" indent="294005">
              <a:lnSpc>
                <a:spcPts val="3929"/>
              </a:lnSpc>
              <a:spcBef>
                <a:spcPts val="15"/>
              </a:spcBef>
              <a:buFont typeface="Calibri"/>
              <a:buChar char="•"/>
              <a:tabLst>
                <a:tab pos="306705" algn="l"/>
              </a:tabLst>
            </a:pPr>
            <a:r>
              <a:rPr sz="3200" dirty="0">
                <a:latin typeface="Times New Roman"/>
                <a:cs typeface="Times New Roman"/>
              </a:rPr>
              <a:t>Observed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structured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training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modules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aligned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current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technology trends.</a:t>
            </a:r>
            <a:endParaRPr sz="3200">
              <a:latin typeface="Times New Roman"/>
              <a:cs typeface="Times New Roman"/>
            </a:endParaRPr>
          </a:p>
          <a:p>
            <a:pPr marL="257810" indent="-245110">
              <a:lnSpc>
                <a:spcPts val="3604"/>
              </a:lnSpc>
              <a:buFont typeface="Times New Roman"/>
              <a:buChar char="•"/>
              <a:tabLst>
                <a:tab pos="257810" algn="l"/>
              </a:tabLst>
            </a:pPr>
            <a:r>
              <a:rPr sz="3200" dirty="0">
                <a:latin typeface="Calibri"/>
                <a:cs typeface="Calibri"/>
              </a:rPr>
              <a:t>Explored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real-</a:t>
            </a:r>
            <a:r>
              <a:rPr sz="3200" dirty="0">
                <a:latin typeface="Calibri"/>
                <a:cs typeface="Calibri"/>
              </a:rPr>
              <a:t>world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workflow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automation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service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management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configuration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21-02-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26847"/>
            <a:ext cx="24834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Work</a:t>
            </a:r>
            <a:r>
              <a:rPr spc="-245" dirty="0"/>
              <a:t> </a:t>
            </a:r>
            <a:r>
              <a:rPr spc="-20" dirty="0"/>
              <a:t>done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4985" y="851083"/>
            <a:ext cx="11343640" cy="5147945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358775" indent="-346075">
              <a:lnSpc>
                <a:spcPct val="100000"/>
              </a:lnSpc>
              <a:spcBef>
                <a:spcPts val="2025"/>
              </a:spcBef>
              <a:buChar char="•"/>
              <a:tabLst>
                <a:tab pos="358775" algn="l"/>
              </a:tabLst>
            </a:pPr>
            <a:r>
              <a:rPr sz="3200" dirty="0">
                <a:latin typeface="Times New Roman"/>
                <a:cs typeface="Times New Roman"/>
              </a:rPr>
              <a:t>Completed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Google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Cloud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introductory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labs 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earned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badge</a:t>
            </a:r>
            <a:endParaRPr sz="3200">
              <a:latin typeface="Times New Roman"/>
              <a:cs typeface="Times New Roman"/>
            </a:endParaRPr>
          </a:p>
          <a:p>
            <a:pPr marL="358775" indent="-346075">
              <a:lnSpc>
                <a:spcPct val="100000"/>
              </a:lnSpc>
              <a:spcBef>
                <a:spcPts val="1920"/>
              </a:spcBef>
              <a:buChar char="•"/>
              <a:tabLst>
                <a:tab pos="358775" algn="l"/>
              </a:tabLst>
            </a:pPr>
            <a:r>
              <a:rPr sz="3200" dirty="0">
                <a:latin typeface="Times New Roman"/>
                <a:cs typeface="Times New Roman"/>
              </a:rPr>
              <a:t>Built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AI-based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prototype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-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AI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Studio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prompt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engineering</a:t>
            </a:r>
            <a:endParaRPr sz="3200">
              <a:latin typeface="Times New Roman"/>
              <a:cs typeface="Times New Roman"/>
            </a:endParaRPr>
          </a:p>
          <a:p>
            <a:pPr marL="358775" indent="-346075">
              <a:lnSpc>
                <a:spcPct val="100000"/>
              </a:lnSpc>
              <a:spcBef>
                <a:spcPts val="1920"/>
              </a:spcBef>
              <a:buChar char="•"/>
              <a:tabLst>
                <a:tab pos="358775" algn="l"/>
              </a:tabLst>
            </a:pPr>
            <a:r>
              <a:rPr sz="3200" dirty="0">
                <a:latin typeface="Times New Roman"/>
                <a:cs typeface="Times New Roman"/>
              </a:rPr>
              <a:t>Configured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Salesforce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Service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Agent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Agentforce</a:t>
            </a:r>
            <a:endParaRPr sz="3200">
              <a:latin typeface="Times New Roman"/>
              <a:cs typeface="Times New Roman"/>
            </a:endParaRPr>
          </a:p>
          <a:p>
            <a:pPr marL="358775" indent="-346075">
              <a:lnSpc>
                <a:spcPct val="100000"/>
              </a:lnSpc>
              <a:spcBef>
                <a:spcPts val="1920"/>
              </a:spcBef>
              <a:buChar char="•"/>
              <a:tabLst>
                <a:tab pos="358775" algn="l"/>
              </a:tabLst>
            </a:pPr>
            <a:r>
              <a:rPr sz="3200" dirty="0">
                <a:latin typeface="Times New Roman"/>
                <a:cs typeface="Times New Roman"/>
              </a:rPr>
              <a:t>Completed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“Agentblazer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championship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2026”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certification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module</a:t>
            </a:r>
            <a:endParaRPr sz="3200">
              <a:latin typeface="Times New Roman"/>
              <a:cs typeface="Times New Roman"/>
            </a:endParaRPr>
          </a:p>
          <a:p>
            <a:pPr marL="337185" indent="-324485">
              <a:lnSpc>
                <a:spcPct val="100000"/>
              </a:lnSpc>
              <a:spcBef>
                <a:spcPts val="1920"/>
              </a:spcBef>
              <a:buChar char="•"/>
              <a:tabLst>
                <a:tab pos="337185" algn="l"/>
              </a:tabLst>
            </a:pPr>
            <a:r>
              <a:rPr sz="3200" spc="-10" dirty="0">
                <a:latin typeface="Times New Roman"/>
                <a:cs typeface="Times New Roman"/>
              </a:rPr>
              <a:t>Attended</a:t>
            </a:r>
            <a:r>
              <a:rPr sz="3200" spc="-20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Android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evaluation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performance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optimization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session</a:t>
            </a:r>
            <a:endParaRPr sz="3200">
              <a:latin typeface="Times New Roman"/>
              <a:cs typeface="Times New Roman"/>
            </a:endParaRPr>
          </a:p>
          <a:p>
            <a:pPr marL="358775" indent="-346075">
              <a:lnSpc>
                <a:spcPct val="100000"/>
              </a:lnSpc>
              <a:spcBef>
                <a:spcPts val="1925"/>
              </a:spcBef>
              <a:buChar char="•"/>
              <a:tabLst>
                <a:tab pos="358775" algn="l"/>
              </a:tabLst>
            </a:pPr>
            <a:r>
              <a:rPr sz="3200" dirty="0">
                <a:latin typeface="Times New Roman"/>
                <a:cs typeface="Times New Roman"/>
              </a:rPr>
              <a:t>Practiced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Kotlin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programming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hands-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lab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implementations</a:t>
            </a:r>
            <a:endParaRPr sz="3200">
              <a:latin typeface="Times New Roman"/>
              <a:cs typeface="Times New Roman"/>
            </a:endParaRPr>
          </a:p>
          <a:p>
            <a:pPr marL="358775" indent="-346075">
              <a:lnSpc>
                <a:spcPct val="100000"/>
              </a:lnSpc>
              <a:spcBef>
                <a:spcPts val="1920"/>
              </a:spcBef>
              <a:buChar char="•"/>
              <a:tabLst>
                <a:tab pos="358775" algn="l"/>
              </a:tabLst>
            </a:pPr>
            <a:r>
              <a:rPr sz="3200" dirty="0">
                <a:latin typeface="Times New Roman"/>
                <a:cs typeface="Times New Roman"/>
              </a:rPr>
              <a:t>Completed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first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android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studio.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21-02-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539" rIns="0" bIns="0" rtlCol="0">
            <a:spAutoFit/>
          </a:bodyPr>
          <a:lstStyle/>
          <a:p>
            <a:pPr marL="52514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67970" rIns="0" bIns="0" rtlCol="0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2110"/>
              </a:spcBef>
              <a:buChar char="•"/>
              <a:tabLst>
                <a:tab pos="358140" algn="l"/>
              </a:tabLst>
            </a:pPr>
            <a:r>
              <a:rPr dirty="0"/>
              <a:t>Improved</a:t>
            </a:r>
            <a:r>
              <a:rPr spc="-55" dirty="0"/>
              <a:t> </a:t>
            </a:r>
            <a:r>
              <a:rPr dirty="0"/>
              <a:t>analytical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problem-solving</a:t>
            </a:r>
            <a:r>
              <a:rPr spc="-60" dirty="0"/>
              <a:t> </a:t>
            </a:r>
            <a:r>
              <a:rPr spc="-10" dirty="0"/>
              <a:t>skills</a:t>
            </a:r>
          </a:p>
          <a:p>
            <a:pPr marL="358140" indent="-345440">
              <a:lnSpc>
                <a:spcPct val="100000"/>
              </a:lnSpc>
              <a:spcBef>
                <a:spcPts val="2014"/>
              </a:spcBef>
              <a:buChar char="•"/>
              <a:tabLst>
                <a:tab pos="358140" algn="l"/>
              </a:tabLst>
            </a:pPr>
            <a:r>
              <a:rPr dirty="0"/>
              <a:t>Gained</a:t>
            </a:r>
            <a:r>
              <a:rPr spc="-20" dirty="0"/>
              <a:t> </a:t>
            </a:r>
            <a:r>
              <a:rPr dirty="0"/>
              <a:t>hands-on</a:t>
            </a:r>
            <a:r>
              <a:rPr spc="-30" dirty="0"/>
              <a:t> </a:t>
            </a:r>
            <a:r>
              <a:rPr dirty="0"/>
              <a:t>experience</a:t>
            </a:r>
            <a:r>
              <a:rPr spc="-2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dirty="0"/>
              <a:t>industry</a:t>
            </a:r>
            <a:r>
              <a:rPr spc="-10" dirty="0"/>
              <a:t> tools</a:t>
            </a:r>
          </a:p>
          <a:p>
            <a:pPr marL="358140" indent="-345440">
              <a:lnSpc>
                <a:spcPct val="100000"/>
              </a:lnSpc>
              <a:spcBef>
                <a:spcPts val="2030"/>
              </a:spcBef>
              <a:buChar char="•"/>
              <a:tabLst>
                <a:tab pos="358140" algn="l"/>
              </a:tabLst>
            </a:pPr>
            <a:r>
              <a:rPr dirty="0"/>
              <a:t>Strengthened</a:t>
            </a:r>
            <a:r>
              <a:rPr spc="-65" dirty="0"/>
              <a:t> </a:t>
            </a:r>
            <a:r>
              <a:rPr dirty="0"/>
              <a:t>teamwork</a:t>
            </a:r>
            <a:r>
              <a:rPr spc="-4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professional</a:t>
            </a:r>
            <a:r>
              <a:rPr spc="-30" dirty="0"/>
              <a:t> </a:t>
            </a:r>
            <a:r>
              <a:rPr spc="-10" dirty="0"/>
              <a:t>discipline</a:t>
            </a:r>
          </a:p>
          <a:p>
            <a:pPr marL="358140" indent="-345440">
              <a:lnSpc>
                <a:spcPct val="100000"/>
              </a:lnSpc>
              <a:spcBef>
                <a:spcPts val="2014"/>
              </a:spcBef>
              <a:buChar char="•"/>
              <a:tabLst>
                <a:tab pos="358140" algn="l"/>
              </a:tabLst>
            </a:pPr>
            <a:r>
              <a:rPr dirty="0"/>
              <a:t>Enhanced</a:t>
            </a:r>
            <a:r>
              <a:rPr spc="-65" dirty="0"/>
              <a:t> </a:t>
            </a:r>
            <a:r>
              <a:rPr dirty="0"/>
              <a:t>knowledge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Kotlin,</a:t>
            </a:r>
            <a:r>
              <a:rPr spc="-200" dirty="0"/>
              <a:t> </a:t>
            </a:r>
            <a:r>
              <a:rPr dirty="0"/>
              <a:t>AI,</a:t>
            </a:r>
            <a:r>
              <a:rPr spc="-1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CRM</a:t>
            </a:r>
            <a:r>
              <a:rPr spc="5" dirty="0"/>
              <a:t> </a:t>
            </a:r>
            <a:r>
              <a:rPr spc="-10" dirty="0"/>
              <a:t>systems</a:t>
            </a:r>
          </a:p>
          <a:p>
            <a:pPr marL="358140" indent="-345440">
              <a:lnSpc>
                <a:spcPct val="100000"/>
              </a:lnSpc>
              <a:spcBef>
                <a:spcPts val="2020"/>
              </a:spcBef>
              <a:buChar char="•"/>
              <a:tabLst>
                <a:tab pos="358140" algn="l"/>
              </a:tabLst>
            </a:pPr>
            <a:r>
              <a:rPr dirty="0"/>
              <a:t>Learned</a:t>
            </a:r>
            <a:r>
              <a:rPr spc="-40" dirty="0"/>
              <a:t> </a:t>
            </a:r>
            <a:r>
              <a:rPr dirty="0"/>
              <a:t>structured</a:t>
            </a:r>
            <a:r>
              <a:rPr spc="-50" dirty="0"/>
              <a:t> </a:t>
            </a:r>
            <a:r>
              <a:rPr dirty="0"/>
              <a:t>project</a:t>
            </a:r>
            <a:r>
              <a:rPr spc="-25" dirty="0"/>
              <a:t> </a:t>
            </a:r>
            <a:r>
              <a:rPr dirty="0"/>
              <a:t>planning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10" dirty="0"/>
              <a:t> execution</a:t>
            </a:r>
          </a:p>
          <a:p>
            <a:pPr marL="358140" indent="-345440">
              <a:lnSpc>
                <a:spcPct val="100000"/>
              </a:lnSpc>
              <a:spcBef>
                <a:spcPts val="2030"/>
              </a:spcBef>
              <a:buChar char="•"/>
              <a:tabLst>
                <a:tab pos="358140" algn="l"/>
              </a:tabLst>
            </a:pPr>
            <a:r>
              <a:rPr dirty="0"/>
              <a:t>Prepared</a:t>
            </a:r>
            <a:r>
              <a:rPr spc="-20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spc="-10" dirty="0"/>
              <a:t>real-</a:t>
            </a:r>
            <a:r>
              <a:rPr dirty="0"/>
              <a:t>world</a:t>
            </a:r>
            <a:r>
              <a:rPr spc="-35" dirty="0"/>
              <a:t> </a:t>
            </a:r>
            <a:r>
              <a:rPr dirty="0"/>
              <a:t>software</a:t>
            </a:r>
            <a:r>
              <a:rPr spc="-5" dirty="0"/>
              <a:t> </a:t>
            </a:r>
            <a:r>
              <a:rPr spc="-10" dirty="0"/>
              <a:t>and</a:t>
            </a:r>
            <a:r>
              <a:rPr spc="-185" dirty="0"/>
              <a:t> </a:t>
            </a:r>
            <a:r>
              <a:rPr dirty="0"/>
              <a:t>AI</a:t>
            </a:r>
            <a:r>
              <a:rPr spc="10" dirty="0"/>
              <a:t> </a:t>
            </a:r>
            <a:r>
              <a:rPr spc="-10" dirty="0"/>
              <a:t>projects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18584" y="2883154"/>
            <a:ext cx="3086735" cy="576580"/>
            <a:chOff x="4418584" y="2883154"/>
            <a:chExt cx="3086735" cy="5765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4680" y="2889250"/>
              <a:ext cx="3074035" cy="5638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59142" y="3252470"/>
              <a:ext cx="145669" cy="2067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7955" y="3210941"/>
              <a:ext cx="120015" cy="986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6174" y="3086735"/>
              <a:ext cx="158750" cy="21513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24680" y="2889250"/>
              <a:ext cx="2891155" cy="474345"/>
            </a:xfrm>
            <a:custGeom>
              <a:avLst/>
              <a:gdLst/>
              <a:ahLst/>
              <a:cxnLst/>
              <a:rect l="l" t="t" r="r" b="b"/>
              <a:pathLst>
                <a:path w="2891154" h="474345">
                  <a:moveTo>
                    <a:pt x="2647823" y="142621"/>
                  </a:moveTo>
                  <a:lnTo>
                    <a:pt x="2656078" y="142621"/>
                  </a:lnTo>
                  <a:lnTo>
                    <a:pt x="2662936" y="143001"/>
                  </a:lnTo>
                  <a:lnTo>
                    <a:pt x="2668270" y="143510"/>
                  </a:lnTo>
                  <a:lnTo>
                    <a:pt x="2673604" y="144017"/>
                  </a:lnTo>
                  <a:lnTo>
                    <a:pt x="2690114" y="153797"/>
                  </a:lnTo>
                  <a:lnTo>
                    <a:pt x="2690114" y="156083"/>
                  </a:lnTo>
                  <a:lnTo>
                    <a:pt x="2690114" y="324865"/>
                  </a:lnTo>
                  <a:lnTo>
                    <a:pt x="2695067" y="368935"/>
                  </a:lnTo>
                  <a:lnTo>
                    <a:pt x="2702305" y="381888"/>
                  </a:lnTo>
                  <a:lnTo>
                    <a:pt x="2706370" y="387858"/>
                  </a:lnTo>
                  <a:lnTo>
                    <a:pt x="2711704" y="392429"/>
                  </a:lnTo>
                  <a:lnTo>
                    <a:pt x="2718054" y="395604"/>
                  </a:lnTo>
                  <a:lnTo>
                    <a:pt x="2724404" y="398907"/>
                  </a:lnTo>
                  <a:lnTo>
                    <a:pt x="2731770" y="400558"/>
                  </a:lnTo>
                  <a:lnTo>
                    <a:pt x="2740279" y="400558"/>
                  </a:lnTo>
                  <a:lnTo>
                    <a:pt x="2780901" y="382248"/>
                  </a:lnTo>
                  <a:lnTo>
                    <a:pt x="2807208" y="354584"/>
                  </a:lnTo>
                  <a:lnTo>
                    <a:pt x="2807208" y="156083"/>
                  </a:lnTo>
                  <a:lnTo>
                    <a:pt x="2807208" y="153797"/>
                  </a:lnTo>
                  <a:lnTo>
                    <a:pt x="2807843" y="151891"/>
                  </a:lnTo>
                  <a:lnTo>
                    <a:pt x="2809113" y="150240"/>
                  </a:lnTo>
                  <a:lnTo>
                    <a:pt x="2810383" y="148589"/>
                  </a:lnTo>
                  <a:lnTo>
                    <a:pt x="2812542" y="147192"/>
                  </a:lnTo>
                  <a:lnTo>
                    <a:pt x="2815844" y="146050"/>
                  </a:lnTo>
                  <a:lnTo>
                    <a:pt x="2819019" y="144907"/>
                  </a:lnTo>
                  <a:lnTo>
                    <a:pt x="2823337" y="144017"/>
                  </a:lnTo>
                  <a:lnTo>
                    <a:pt x="2828671" y="143510"/>
                  </a:lnTo>
                  <a:lnTo>
                    <a:pt x="2834004" y="143001"/>
                  </a:lnTo>
                  <a:lnTo>
                    <a:pt x="2840863" y="142621"/>
                  </a:lnTo>
                  <a:lnTo>
                    <a:pt x="2849118" y="142621"/>
                  </a:lnTo>
                  <a:lnTo>
                    <a:pt x="2857373" y="142621"/>
                  </a:lnTo>
                  <a:lnTo>
                    <a:pt x="2864230" y="143001"/>
                  </a:lnTo>
                  <a:lnTo>
                    <a:pt x="2869565" y="143510"/>
                  </a:lnTo>
                  <a:lnTo>
                    <a:pt x="2874899" y="144017"/>
                  </a:lnTo>
                  <a:lnTo>
                    <a:pt x="2879217" y="144907"/>
                  </a:lnTo>
                  <a:lnTo>
                    <a:pt x="2882265" y="146050"/>
                  </a:lnTo>
                  <a:lnTo>
                    <a:pt x="2885440" y="147192"/>
                  </a:lnTo>
                  <a:lnTo>
                    <a:pt x="2887599" y="148589"/>
                  </a:lnTo>
                  <a:lnTo>
                    <a:pt x="2888996" y="150240"/>
                  </a:lnTo>
                  <a:lnTo>
                    <a:pt x="2890266" y="151891"/>
                  </a:lnTo>
                  <a:lnTo>
                    <a:pt x="2891028" y="153797"/>
                  </a:lnTo>
                  <a:lnTo>
                    <a:pt x="2891028" y="156083"/>
                  </a:lnTo>
                  <a:lnTo>
                    <a:pt x="2891028" y="454787"/>
                  </a:lnTo>
                  <a:lnTo>
                    <a:pt x="2891028" y="456946"/>
                  </a:lnTo>
                  <a:lnTo>
                    <a:pt x="2890393" y="458977"/>
                  </a:lnTo>
                  <a:lnTo>
                    <a:pt x="2889250" y="460628"/>
                  </a:lnTo>
                  <a:lnTo>
                    <a:pt x="2888234" y="462279"/>
                  </a:lnTo>
                  <a:lnTo>
                    <a:pt x="2862072" y="468122"/>
                  </a:lnTo>
                  <a:lnTo>
                    <a:pt x="2855214" y="468122"/>
                  </a:lnTo>
                  <a:lnTo>
                    <a:pt x="2847848" y="468122"/>
                  </a:lnTo>
                  <a:lnTo>
                    <a:pt x="2820670" y="460628"/>
                  </a:lnTo>
                  <a:lnTo>
                    <a:pt x="2819527" y="458977"/>
                  </a:lnTo>
                  <a:lnTo>
                    <a:pt x="2819019" y="456946"/>
                  </a:lnTo>
                  <a:lnTo>
                    <a:pt x="2819019" y="454787"/>
                  </a:lnTo>
                  <a:lnTo>
                    <a:pt x="2819019" y="420242"/>
                  </a:lnTo>
                  <a:lnTo>
                    <a:pt x="2781335" y="452925"/>
                  </a:lnTo>
                  <a:lnTo>
                    <a:pt x="2742485" y="470503"/>
                  </a:lnTo>
                  <a:lnTo>
                    <a:pt x="2715514" y="473837"/>
                  </a:lnTo>
                  <a:lnTo>
                    <a:pt x="2700722" y="473215"/>
                  </a:lnTo>
                  <a:lnTo>
                    <a:pt x="2653847" y="458303"/>
                  </a:lnTo>
                  <a:lnTo>
                    <a:pt x="2623966" y="427275"/>
                  </a:lnTo>
                  <a:lnTo>
                    <a:pt x="2609093" y="383843"/>
                  </a:lnTo>
                  <a:lnTo>
                    <a:pt x="2606040" y="338963"/>
                  </a:lnTo>
                  <a:lnTo>
                    <a:pt x="2606040" y="156083"/>
                  </a:lnTo>
                  <a:lnTo>
                    <a:pt x="2606040" y="153797"/>
                  </a:lnTo>
                  <a:lnTo>
                    <a:pt x="2627629" y="143510"/>
                  </a:lnTo>
                  <a:lnTo>
                    <a:pt x="2633091" y="143001"/>
                  </a:lnTo>
                  <a:lnTo>
                    <a:pt x="2639822" y="142621"/>
                  </a:lnTo>
                  <a:lnTo>
                    <a:pt x="2647823" y="142621"/>
                  </a:lnTo>
                  <a:close/>
                </a:path>
                <a:path w="2891154" h="474345">
                  <a:moveTo>
                    <a:pt x="2384552" y="137033"/>
                  </a:moveTo>
                  <a:lnTo>
                    <a:pt x="2438790" y="143087"/>
                  </a:lnTo>
                  <a:lnTo>
                    <a:pt x="2481103" y="161258"/>
                  </a:lnTo>
                  <a:lnTo>
                    <a:pt x="2511919" y="191002"/>
                  </a:lnTo>
                  <a:lnTo>
                    <a:pt x="2531618" y="231775"/>
                  </a:lnTo>
                  <a:lnTo>
                    <a:pt x="2540315" y="283031"/>
                  </a:lnTo>
                  <a:lnTo>
                    <a:pt x="2540889" y="302387"/>
                  </a:lnTo>
                  <a:lnTo>
                    <a:pt x="2540267" y="321032"/>
                  </a:lnTo>
                  <a:lnTo>
                    <a:pt x="2530855" y="372110"/>
                  </a:lnTo>
                  <a:lnTo>
                    <a:pt x="2509978" y="414383"/>
                  </a:lnTo>
                  <a:lnTo>
                    <a:pt x="2477404" y="446500"/>
                  </a:lnTo>
                  <a:lnTo>
                    <a:pt x="2433121" y="466925"/>
                  </a:lnTo>
                  <a:lnTo>
                    <a:pt x="2377186" y="473837"/>
                  </a:lnTo>
                  <a:lnTo>
                    <a:pt x="2357921" y="473146"/>
                  </a:lnTo>
                  <a:lnTo>
                    <a:pt x="2307844" y="462788"/>
                  </a:lnTo>
                  <a:lnTo>
                    <a:pt x="2269285" y="440588"/>
                  </a:lnTo>
                  <a:lnTo>
                    <a:pt x="2242058" y="407114"/>
                  </a:lnTo>
                  <a:lnTo>
                    <a:pt x="2226046" y="362811"/>
                  </a:lnTo>
                  <a:lnTo>
                    <a:pt x="2220849" y="308483"/>
                  </a:lnTo>
                  <a:lnTo>
                    <a:pt x="2221472" y="289764"/>
                  </a:lnTo>
                  <a:lnTo>
                    <a:pt x="2231009" y="238633"/>
                  </a:lnTo>
                  <a:lnTo>
                    <a:pt x="2252065" y="196234"/>
                  </a:lnTo>
                  <a:lnTo>
                    <a:pt x="2284666" y="164306"/>
                  </a:lnTo>
                  <a:lnTo>
                    <a:pt x="2328670" y="143944"/>
                  </a:lnTo>
                  <a:lnTo>
                    <a:pt x="2384552" y="137033"/>
                  </a:lnTo>
                  <a:close/>
                </a:path>
                <a:path w="2891154" h="474345">
                  <a:moveTo>
                    <a:pt x="1259459" y="137033"/>
                  </a:moveTo>
                  <a:lnTo>
                    <a:pt x="1299821" y="142658"/>
                  </a:lnTo>
                  <a:lnTo>
                    <a:pt x="1337772" y="166157"/>
                  </a:lnTo>
                  <a:lnTo>
                    <a:pt x="1360035" y="203463"/>
                  </a:lnTo>
                  <a:lnTo>
                    <a:pt x="1368595" y="254581"/>
                  </a:lnTo>
                  <a:lnTo>
                    <a:pt x="1368933" y="270255"/>
                  </a:lnTo>
                  <a:lnTo>
                    <a:pt x="1368933" y="454787"/>
                  </a:lnTo>
                  <a:lnTo>
                    <a:pt x="1368933" y="456946"/>
                  </a:lnTo>
                  <a:lnTo>
                    <a:pt x="1335151" y="468122"/>
                  </a:lnTo>
                  <a:lnTo>
                    <a:pt x="1327150" y="468122"/>
                  </a:lnTo>
                  <a:lnTo>
                    <a:pt x="1318895" y="468122"/>
                  </a:lnTo>
                  <a:lnTo>
                    <a:pt x="1284986" y="456946"/>
                  </a:lnTo>
                  <a:lnTo>
                    <a:pt x="1284986" y="454787"/>
                  </a:lnTo>
                  <a:lnTo>
                    <a:pt x="1284986" y="284352"/>
                  </a:lnTo>
                  <a:lnTo>
                    <a:pt x="1279652" y="241935"/>
                  </a:lnTo>
                  <a:lnTo>
                    <a:pt x="1250569" y="211962"/>
                  </a:lnTo>
                  <a:lnTo>
                    <a:pt x="1243203" y="210312"/>
                  </a:lnTo>
                  <a:lnTo>
                    <a:pt x="1234694" y="210312"/>
                  </a:lnTo>
                  <a:lnTo>
                    <a:pt x="1193915" y="228548"/>
                  </a:lnTo>
                  <a:lnTo>
                    <a:pt x="1168019" y="256159"/>
                  </a:lnTo>
                  <a:lnTo>
                    <a:pt x="1168019" y="454787"/>
                  </a:lnTo>
                  <a:lnTo>
                    <a:pt x="1168019" y="456946"/>
                  </a:lnTo>
                  <a:lnTo>
                    <a:pt x="1134110" y="468122"/>
                  </a:lnTo>
                  <a:lnTo>
                    <a:pt x="1125855" y="468122"/>
                  </a:lnTo>
                  <a:lnTo>
                    <a:pt x="1117600" y="468122"/>
                  </a:lnTo>
                  <a:lnTo>
                    <a:pt x="1092581" y="464820"/>
                  </a:lnTo>
                  <a:lnTo>
                    <a:pt x="1089279" y="463676"/>
                  </a:lnTo>
                  <a:lnTo>
                    <a:pt x="1086993" y="462279"/>
                  </a:lnTo>
                  <a:lnTo>
                    <a:pt x="1085723" y="460628"/>
                  </a:lnTo>
                  <a:lnTo>
                    <a:pt x="1084326" y="458977"/>
                  </a:lnTo>
                  <a:lnTo>
                    <a:pt x="1083691" y="456946"/>
                  </a:lnTo>
                  <a:lnTo>
                    <a:pt x="1083691" y="454787"/>
                  </a:lnTo>
                  <a:lnTo>
                    <a:pt x="1083691" y="156083"/>
                  </a:lnTo>
                  <a:lnTo>
                    <a:pt x="1083691" y="153797"/>
                  </a:lnTo>
                  <a:lnTo>
                    <a:pt x="1084199" y="151891"/>
                  </a:lnTo>
                  <a:lnTo>
                    <a:pt x="1085342" y="150240"/>
                  </a:lnTo>
                  <a:lnTo>
                    <a:pt x="1086485" y="148589"/>
                  </a:lnTo>
                  <a:lnTo>
                    <a:pt x="1102614" y="143510"/>
                  </a:lnTo>
                  <a:lnTo>
                    <a:pt x="1107186" y="143001"/>
                  </a:lnTo>
                  <a:lnTo>
                    <a:pt x="1112901" y="142621"/>
                  </a:lnTo>
                  <a:lnTo>
                    <a:pt x="1119886" y="142621"/>
                  </a:lnTo>
                  <a:lnTo>
                    <a:pt x="1126998" y="142621"/>
                  </a:lnTo>
                  <a:lnTo>
                    <a:pt x="1148461" y="146050"/>
                  </a:lnTo>
                  <a:lnTo>
                    <a:pt x="1151001" y="147192"/>
                  </a:lnTo>
                  <a:lnTo>
                    <a:pt x="1152906" y="148589"/>
                  </a:lnTo>
                  <a:lnTo>
                    <a:pt x="1154049" y="150240"/>
                  </a:lnTo>
                  <a:lnTo>
                    <a:pt x="1155192" y="151891"/>
                  </a:lnTo>
                  <a:lnTo>
                    <a:pt x="1155700" y="153797"/>
                  </a:lnTo>
                  <a:lnTo>
                    <a:pt x="1155700" y="156083"/>
                  </a:lnTo>
                  <a:lnTo>
                    <a:pt x="1155700" y="190500"/>
                  </a:lnTo>
                  <a:lnTo>
                    <a:pt x="1193329" y="157888"/>
                  </a:lnTo>
                  <a:lnTo>
                    <a:pt x="1232217" y="140366"/>
                  </a:lnTo>
                  <a:lnTo>
                    <a:pt x="1245695" y="137866"/>
                  </a:lnTo>
                  <a:lnTo>
                    <a:pt x="1259459" y="137033"/>
                  </a:lnTo>
                  <a:close/>
                </a:path>
                <a:path w="2891154" h="474345">
                  <a:moveTo>
                    <a:pt x="867918" y="137033"/>
                  </a:moveTo>
                  <a:lnTo>
                    <a:pt x="914888" y="140890"/>
                  </a:lnTo>
                  <a:lnTo>
                    <a:pt x="960439" y="158303"/>
                  </a:lnTo>
                  <a:lnTo>
                    <a:pt x="988262" y="190886"/>
                  </a:lnTo>
                  <a:lnTo>
                    <a:pt x="999416" y="239982"/>
                  </a:lnTo>
                  <a:lnTo>
                    <a:pt x="999871" y="254888"/>
                  </a:lnTo>
                  <a:lnTo>
                    <a:pt x="999871" y="455802"/>
                  </a:lnTo>
                  <a:lnTo>
                    <a:pt x="999871" y="458850"/>
                  </a:lnTo>
                  <a:lnTo>
                    <a:pt x="985901" y="466978"/>
                  </a:lnTo>
                  <a:lnTo>
                    <a:pt x="981202" y="467740"/>
                  </a:lnTo>
                  <a:lnTo>
                    <a:pt x="974090" y="468122"/>
                  </a:lnTo>
                  <a:lnTo>
                    <a:pt x="964692" y="468122"/>
                  </a:lnTo>
                  <a:lnTo>
                    <a:pt x="954659" y="468122"/>
                  </a:lnTo>
                  <a:lnTo>
                    <a:pt x="947293" y="467740"/>
                  </a:lnTo>
                  <a:lnTo>
                    <a:pt x="942721" y="466978"/>
                  </a:lnTo>
                  <a:lnTo>
                    <a:pt x="938149" y="466216"/>
                  </a:lnTo>
                  <a:lnTo>
                    <a:pt x="934974" y="464947"/>
                  </a:lnTo>
                  <a:lnTo>
                    <a:pt x="933069" y="463169"/>
                  </a:lnTo>
                  <a:lnTo>
                    <a:pt x="931164" y="461390"/>
                  </a:lnTo>
                  <a:lnTo>
                    <a:pt x="930148" y="458850"/>
                  </a:lnTo>
                  <a:lnTo>
                    <a:pt x="930148" y="455802"/>
                  </a:lnTo>
                  <a:lnTo>
                    <a:pt x="930148" y="432053"/>
                  </a:lnTo>
                  <a:lnTo>
                    <a:pt x="899662" y="456717"/>
                  </a:lnTo>
                  <a:lnTo>
                    <a:pt x="863298" y="471074"/>
                  </a:lnTo>
                  <a:lnTo>
                    <a:pt x="835787" y="473837"/>
                  </a:lnTo>
                  <a:lnTo>
                    <a:pt x="824120" y="473454"/>
                  </a:lnTo>
                  <a:lnTo>
                    <a:pt x="782450" y="464165"/>
                  </a:lnTo>
                  <a:lnTo>
                    <a:pt x="750700" y="442743"/>
                  </a:lnTo>
                  <a:lnTo>
                    <a:pt x="731448" y="409543"/>
                  </a:lnTo>
                  <a:lnTo>
                    <a:pt x="726948" y="376682"/>
                  </a:lnTo>
                  <a:lnTo>
                    <a:pt x="727588" y="364061"/>
                  </a:lnTo>
                  <a:lnTo>
                    <a:pt x="742870" y="322149"/>
                  </a:lnTo>
                  <a:lnTo>
                    <a:pt x="778377" y="293711"/>
                  </a:lnTo>
                  <a:lnTo>
                    <a:pt x="818007" y="280924"/>
                  </a:lnTo>
                  <a:lnTo>
                    <a:pt x="868674" y="275334"/>
                  </a:lnTo>
                  <a:lnTo>
                    <a:pt x="887984" y="274954"/>
                  </a:lnTo>
                  <a:lnTo>
                    <a:pt x="917194" y="274954"/>
                  </a:lnTo>
                  <a:lnTo>
                    <a:pt x="917194" y="256921"/>
                  </a:lnTo>
                  <a:lnTo>
                    <a:pt x="917194" y="247523"/>
                  </a:lnTo>
                  <a:lnTo>
                    <a:pt x="916178" y="239267"/>
                  </a:lnTo>
                  <a:lnTo>
                    <a:pt x="914273" y="232283"/>
                  </a:lnTo>
                  <a:lnTo>
                    <a:pt x="912368" y="225171"/>
                  </a:lnTo>
                  <a:lnTo>
                    <a:pt x="909320" y="219328"/>
                  </a:lnTo>
                  <a:lnTo>
                    <a:pt x="904875" y="214629"/>
                  </a:lnTo>
                  <a:lnTo>
                    <a:pt x="900557" y="209930"/>
                  </a:lnTo>
                  <a:lnTo>
                    <a:pt x="860552" y="200913"/>
                  </a:lnTo>
                  <a:lnTo>
                    <a:pt x="850265" y="201201"/>
                  </a:lnTo>
                  <a:lnTo>
                    <a:pt x="807227" y="210581"/>
                  </a:lnTo>
                  <a:lnTo>
                    <a:pt x="772287" y="226440"/>
                  </a:lnTo>
                  <a:lnTo>
                    <a:pt x="766572" y="229488"/>
                  </a:lnTo>
                  <a:lnTo>
                    <a:pt x="762000" y="231012"/>
                  </a:lnTo>
                  <a:lnTo>
                    <a:pt x="758444" y="231012"/>
                  </a:lnTo>
                  <a:lnTo>
                    <a:pt x="756031" y="231012"/>
                  </a:lnTo>
                  <a:lnTo>
                    <a:pt x="753745" y="230250"/>
                  </a:lnTo>
                  <a:lnTo>
                    <a:pt x="751840" y="228726"/>
                  </a:lnTo>
                  <a:lnTo>
                    <a:pt x="749935" y="227202"/>
                  </a:lnTo>
                  <a:lnTo>
                    <a:pt x="748411" y="224916"/>
                  </a:lnTo>
                  <a:lnTo>
                    <a:pt x="747268" y="221996"/>
                  </a:lnTo>
                  <a:lnTo>
                    <a:pt x="745998" y="219075"/>
                  </a:lnTo>
                  <a:lnTo>
                    <a:pt x="744982" y="215519"/>
                  </a:lnTo>
                  <a:lnTo>
                    <a:pt x="744347" y="211327"/>
                  </a:lnTo>
                  <a:lnTo>
                    <a:pt x="743712" y="207137"/>
                  </a:lnTo>
                  <a:lnTo>
                    <a:pt x="743331" y="202437"/>
                  </a:lnTo>
                  <a:lnTo>
                    <a:pt x="743331" y="197230"/>
                  </a:lnTo>
                  <a:lnTo>
                    <a:pt x="743331" y="190373"/>
                  </a:lnTo>
                  <a:lnTo>
                    <a:pt x="767842" y="159258"/>
                  </a:lnTo>
                  <a:lnTo>
                    <a:pt x="811752" y="143795"/>
                  </a:lnTo>
                  <a:lnTo>
                    <a:pt x="858103" y="137225"/>
                  </a:lnTo>
                  <a:lnTo>
                    <a:pt x="867918" y="137033"/>
                  </a:lnTo>
                  <a:close/>
                </a:path>
                <a:path w="2891154" h="474345">
                  <a:moveTo>
                    <a:pt x="13081" y="32892"/>
                  </a:moveTo>
                  <a:lnTo>
                    <a:pt x="318516" y="32892"/>
                  </a:lnTo>
                  <a:lnTo>
                    <a:pt x="320548" y="32892"/>
                  </a:lnTo>
                  <a:lnTo>
                    <a:pt x="322325" y="33400"/>
                  </a:lnTo>
                  <a:lnTo>
                    <a:pt x="323977" y="34671"/>
                  </a:lnTo>
                  <a:lnTo>
                    <a:pt x="325755" y="35940"/>
                  </a:lnTo>
                  <a:lnTo>
                    <a:pt x="327152" y="37973"/>
                  </a:lnTo>
                  <a:lnTo>
                    <a:pt x="328168" y="40766"/>
                  </a:lnTo>
                  <a:lnTo>
                    <a:pt x="329311" y="43434"/>
                  </a:lnTo>
                  <a:lnTo>
                    <a:pt x="330200" y="47244"/>
                  </a:lnTo>
                  <a:lnTo>
                    <a:pt x="330708" y="51942"/>
                  </a:lnTo>
                  <a:lnTo>
                    <a:pt x="331343" y="56641"/>
                  </a:lnTo>
                  <a:lnTo>
                    <a:pt x="331597" y="62357"/>
                  </a:lnTo>
                  <a:lnTo>
                    <a:pt x="331597" y="68961"/>
                  </a:lnTo>
                  <a:lnTo>
                    <a:pt x="331597" y="75437"/>
                  </a:lnTo>
                  <a:lnTo>
                    <a:pt x="331343" y="81025"/>
                  </a:lnTo>
                  <a:lnTo>
                    <a:pt x="330708" y="85598"/>
                  </a:lnTo>
                  <a:lnTo>
                    <a:pt x="330200" y="90170"/>
                  </a:lnTo>
                  <a:lnTo>
                    <a:pt x="329311" y="93852"/>
                  </a:lnTo>
                  <a:lnTo>
                    <a:pt x="328168" y="96647"/>
                  </a:lnTo>
                  <a:lnTo>
                    <a:pt x="327152" y="99440"/>
                  </a:lnTo>
                  <a:lnTo>
                    <a:pt x="325755" y="101473"/>
                  </a:lnTo>
                  <a:lnTo>
                    <a:pt x="323977" y="102870"/>
                  </a:lnTo>
                  <a:lnTo>
                    <a:pt x="322325" y="104139"/>
                  </a:lnTo>
                  <a:lnTo>
                    <a:pt x="320548" y="104775"/>
                  </a:lnTo>
                  <a:lnTo>
                    <a:pt x="318516" y="104775"/>
                  </a:lnTo>
                  <a:lnTo>
                    <a:pt x="210058" y="104775"/>
                  </a:lnTo>
                  <a:lnTo>
                    <a:pt x="210058" y="454151"/>
                  </a:lnTo>
                  <a:lnTo>
                    <a:pt x="210058" y="456311"/>
                  </a:lnTo>
                  <a:lnTo>
                    <a:pt x="209296" y="458342"/>
                  </a:lnTo>
                  <a:lnTo>
                    <a:pt x="187071" y="467105"/>
                  </a:lnTo>
                  <a:lnTo>
                    <a:pt x="181356" y="467867"/>
                  </a:lnTo>
                  <a:lnTo>
                    <a:pt x="174244" y="468122"/>
                  </a:lnTo>
                  <a:lnTo>
                    <a:pt x="165862" y="468122"/>
                  </a:lnTo>
                  <a:lnTo>
                    <a:pt x="157353" y="468122"/>
                  </a:lnTo>
                  <a:lnTo>
                    <a:pt x="150241" y="467867"/>
                  </a:lnTo>
                  <a:lnTo>
                    <a:pt x="144525" y="467105"/>
                  </a:lnTo>
                  <a:lnTo>
                    <a:pt x="138811" y="466471"/>
                  </a:lnTo>
                  <a:lnTo>
                    <a:pt x="123825" y="460121"/>
                  </a:lnTo>
                  <a:lnTo>
                    <a:pt x="122300" y="458342"/>
                  </a:lnTo>
                  <a:lnTo>
                    <a:pt x="121666" y="456311"/>
                  </a:lnTo>
                  <a:lnTo>
                    <a:pt x="121666" y="454151"/>
                  </a:lnTo>
                  <a:lnTo>
                    <a:pt x="121666" y="104775"/>
                  </a:lnTo>
                  <a:lnTo>
                    <a:pt x="13081" y="104775"/>
                  </a:lnTo>
                  <a:lnTo>
                    <a:pt x="10922" y="104775"/>
                  </a:lnTo>
                  <a:lnTo>
                    <a:pt x="9017" y="104139"/>
                  </a:lnTo>
                  <a:lnTo>
                    <a:pt x="7366" y="102870"/>
                  </a:lnTo>
                  <a:lnTo>
                    <a:pt x="5842" y="101473"/>
                  </a:lnTo>
                  <a:lnTo>
                    <a:pt x="4572" y="99440"/>
                  </a:lnTo>
                  <a:lnTo>
                    <a:pt x="3429" y="96647"/>
                  </a:lnTo>
                  <a:lnTo>
                    <a:pt x="2286" y="93852"/>
                  </a:lnTo>
                  <a:lnTo>
                    <a:pt x="1397" y="90170"/>
                  </a:lnTo>
                  <a:lnTo>
                    <a:pt x="889" y="85598"/>
                  </a:lnTo>
                  <a:lnTo>
                    <a:pt x="381" y="81025"/>
                  </a:lnTo>
                  <a:lnTo>
                    <a:pt x="0" y="75437"/>
                  </a:lnTo>
                  <a:lnTo>
                    <a:pt x="0" y="68961"/>
                  </a:lnTo>
                  <a:lnTo>
                    <a:pt x="0" y="62357"/>
                  </a:lnTo>
                  <a:lnTo>
                    <a:pt x="381" y="56641"/>
                  </a:lnTo>
                  <a:lnTo>
                    <a:pt x="889" y="51942"/>
                  </a:lnTo>
                  <a:lnTo>
                    <a:pt x="1397" y="47244"/>
                  </a:lnTo>
                  <a:lnTo>
                    <a:pt x="2286" y="43434"/>
                  </a:lnTo>
                  <a:lnTo>
                    <a:pt x="3429" y="40766"/>
                  </a:lnTo>
                  <a:lnTo>
                    <a:pt x="4572" y="37973"/>
                  </a:lnTo>
                  <a:lnTo>
                    <a:pt x="5842" y="35940"/>
                  </a:lnTo>
                  <a:lnTo>
                    <a:pt x="7366" y="34671"/>
                  </a:lnTo>
                  <a:lnTo>
                    <a:pt x="9017" y="33400"/>
                  </a:lnTo>
                  <a:lnTo>
                    <a:pt x="10922" y="32892"/>
                  </a:lnTo>
                  <a:lnTo>
                    <a:pt x="13081" y="32892"/>
                  </a:lnTo>
                  <a:close/>
                </a:path>
                <a:path w="2891154" h="474345">
                  <a:moveTo>
                    <a:pt x="1947164" y="30861"/>
                  </a:moveTo>
                  <a:lnTo>
                    <a:pt x="1957451" y="30861"/>
                  </a:lnTo>
                  <a:lnTo>
                    <a:pt x="1965706" y="30987"/>
                  </a:lnTo>
                  <a:lnTo>
                    <a:pt x="1971802" y="31496"/>
                  </a:lnTo>
                  <a:lnTo>
                    <a:pt x="1977898" y="32003"/>
                  </a:lnTo>
                  <a:lnTo>
                    <a:pt x="1982724" y="32765"/>
                  </a:lnTo>
                  <a:lnTo>
                    <a:pt x="1986407" y="34036"/>
                  </a:lnTo>
                  <a:lnTo>
                    <a:pt x="1989963" y="35178"/>
                  </a:lnTo>
                  <a:lnTo>
                    <a:pt x="2047240" y="153035"/>
                  </a:lnTo>
                  <a:lnTo>
                    <a:pt x="2064640" y="194214"/>
                  </a:lnTo>
                  <a:lnTo>
                    <a:pt x="2075053" y="221361"/>
                  </a:lnTo>
                  <a:lnTo>
                    <a:pt x="2075815" y="221361"/>
                  </a:lnTo>
                  <a:lnTo>
                    <a:pt x="2092152" y="177780"/>
                  </a:lnTo>
                  <a:lnTo>
                    <a:pt x="2095452" y="169545"/>
                  </a:lnTo>
                  <a:lnTo>
                    <a:pt x="2098680" y="161500"/>
                  </a:lnTo>
                  <a:lnTo>
                    <a:pt x="2101850" y="153670"/>
                  </a:lnTo>
                  <a:lnTo>
                    <a:pt x="2149475" y="47878"/>
                  </a:lnTo>
                  <a:lnTo>
                    <a:pt x="2150491" y="44323"/>
                  </a:lnTo>
                  <a:lnTo>
                    <a:pt x="2151888" y="41528"/>
                  </a:lnTo>
                  <a:lnTo>
                    <a:pt x="2153666" y="39370"/>
                  </a:lnTo>
                  <a:lnTo>
                    <a:pt x="2155317" y="37211"/>
                  </a:lnTo>
                  <a:lnTo>
                    <a:pt x="2174875" y="31496"/>
                  </a:lnTo>
                  <a:lnTo>
                    <a:pt x="2180717" y="30987"/>
                  </a:lnTo>
                  <a:lnTo>
                    <a:pt x="2188337" y="30861"/>
                  </a:lnTo>
                  <a:lnTo>
                    <a:pt x="2197989" y="30861"/>
                  </a:lnTo>
                  <a:lnTo>
                    <a:pt x="2239518" y="33654"/>
                  </a:lnTo>
                  <a:lnTo>
                    <a:pt x="2242058" y="36067"/>
                  </a:lnTo>
                  <a:lnTo>
                    <a:pt x="2244598" y="38353"/>
                  </a:lnTo>
                  <a:lnTo>
                    <a:pt x="2245233" y="41910"/>
                  </a:lnTo>
                  <a:lnTo>
                    <a:pt x="2243836" y="46609"/>
                  </a:lnTo>
                  <a:lnTo>
                    <a:pt x="2242566" y="51308"/>
                  </a:lnTo>
                  <a:lnTo>
                    <a:pt x="2239899" y="57658"/>
                  </a:lnTo>
                  <a:lnTo>
                    <a:pt x="2235835" y="65659"/>
                  </a:lnTo>
                  <a:lnTo>
                    <a:pt x="2117344" y="301751"/>
                  </a:lnTo>
                  <a:lnTo>
                    <a:pt x="2117344" y="454151"/>
                  </a:lnTo>
                  <a:lnTo>
                    <a:pt x="2117344" y="456311"/>
                  </a:lnTo>
                  <a:lnTo>
                    <a:pt x="2116581" y="458342"/>
                  </a:lnTo>
                  <a:lnTo>
                    <a:pt x="2115058" y="460121"/>
                  </a:lnTo>
                  <a:lnTo>
                    <a:pt x="2113661" y="461899"/>
                  </a:lnTo>
                  <a:lnTo>
                    <a:pt x="2111248" y="463296"/>
                  </a:lnTo>
                  <a:lnTo>
                    <a:pt x="2107946" y="464438"/>
                  </a:lnTo>
                  <a:lnTo>
                    <a:pt x="2104517" y="465582"/>
                  </a:lnTo>
                  <a:lnTo>
                    <a:pt x="2100072" y="466471"/>
                  </a:lnTo>
                  <a:lnTo>
                    <a:pt x="2094356" y="467105"/>
                  </a:lnTo>
                  <a:lnTo>
                    <a:pt x="2088642" y="467867"/>
                  </a:lnTo>
                  <a:lnTo>
                    <a:pt x="2081529" y="468122"/>
                  </a:lnTo>
                  <a:lnTo>
                    <a:pt x="2073148" y="468122"/>
                  </a:lnTo>
                  <a:lnTo>
                    <a:pt x="2064385" y="468122"/>
                  </a:lnTo>
                  <a:lnTo>
                    <a:pt x="2057273" y="467867"/>
                  </a:lnTo>
                  <a:lnTo>
                    <a:pt x="2051685" y="467105"/>
                  </a:lnTo>
                  <a:lnTo>
                    <a:pt x="2046097" y="466471"/>
                  </a:lnTo>
                  <a:lnTo>
                    <a:pt x="2041525" y="465582"/>
                  </a:lnTo>
                  <a:lnTo>
                    <a:pt x="2038096" y="464438"/>
                  </a:lnTo>
                  <a:lnTo>
                    <a:pt x="2034667" y="463296"/>
                  </a:lnTo>
                  <a:lnTo>
                    <a:pt x="2032254" y="461899"/>
                  </a:lnTo>
                  <a:lnTo>
                    <a:pt x="2030857" y="460121"/>
                  </a:lnTo>
                  <a:lnTo>
                    <a:pt x="2029587" y="458342"/>
                  </a:lnTo>
                  <a:lnTo>
                    <a:pt x="2028825" y="456311"/>
                  </a:lnTo>
                  <a:lnTo>
                    <a:pt x="2028825" y="454151"/>
                  </a:lnTo>
                  <a:lnTo>
                    <a:pt x="2028825" y="301751"/>
                  </a:lnTo>
                  <a:lnTo>
                    <a:pt x="1910334" y="65659"/>
                  </a:lnTo>
                  <a:lnTo>
                    <a:pt x="1906143" y="57403"/>
                  </a:lnTo>
                  <a:lnTo>
                    <a:pt x="1903349" y="50926"/>
                  </a:lnTo>
                  <a:lnTo>
                    <a:pt x="1902079" y="46354"/>
                  </a:lnTo>
                  <a:lnTo>
                    <a:pt x="1900936" y="41783"/>
                  </a:lnTo>
                  <a:lnTo>
                    <a:pt x="1901571" y="38353"/>
                  </a:lnTo>
                  <a:lnTo>
                    <a:pt x="1904111" y="36067"/>
                  </a:lnTo>
                  <a:lnTo>
                    <a:pt x="1906778" y="33654"/>
                  </a:lnTo>
                  <a:lnTo>
                    <a:pt x="1938444" y="30908"/>
                  </a:lnTo>
                  <a:lnTo>
                    <a:pt x="1947164" y="30861"/>
                  </a:lnTo>
                  <a:close/>
                </a:path>
                <a:path w="2891154" h="474345">
                  <a:moveTo>
                    <a:pt x="1493139" y="0"/>
                  </a:moveTo>
                  <a:lnTo>
                    <a:pt x="1501394" y="0"/>
                  </a:lnTo>
                  <a:lnTo>
                    <a:pt x="1508252" y="380"/>
                  </a:lnTo>
                  <a:lnTo>
                    <a:pt x="1513586" y="1015"/>
                  </a:lnTo>
                  <a:lnTo>
                    <a:pt x="1518920" y="1650"/>
                  </a:lnTo>
                  <a:lnTo>
                    <a:pt x="1535303" y="12191"/>
                  </a:lnTo>
                  <a:lnTo>
                    <a:pt x="1535303" y="14477"/>
                  </a:lnTo>
                  <a:lnTo>
                    <a:pt x="1535303" y="276605"/>
                  </a:lnTo>
                  <a:lnTo>
                    <a:pt x="1623822" y="157734"/>
                  </a:lnTo>
                  <a:lnTo>
                    <a:pt x="1625600" y="155066"/>
                  </a:lnTo>
                  <a:lnTo>
                    <a:pt x="1627505" y="152653"/>
                  </a:lnTo>
                  <a:lnTo>
                    <a:pt x="1629791" y="150749"/>
                  </a:lnTo>
                  <a:lnTo>
                    <a:pt x="1632077" y="148716"/>
                  </a:lnTo>
                  <a:lnTo>
                    <a:pt x="1634998" y="147192"/>
                  </a:lnTo>
                  <a:lnTo>
                    <a:pt x="1638681" y="146050"/>
                  </a:lnTo>
                  <a:lnTo>
                    <a:pt x="1642364" y="144907"/>
                  </a:lnTo>
                  <a:lnTo>
                    <a:pt x="1646936" y="144017"/>
                  </a:lnTo>
                  <a:lnTo>
                    <a:pt x="1652397" y="143510"/>
                  </a:lnTo>
                  <a:lnTo>
                    <a:pt x="1657858" y="143001"/>
                  </a:lnTo>
                  <a:lnTo>
                    <a:pt x="1664843" y="142621"/>
                  </a:lnTo>
                  <a:lnTo>
                    <a:pt x="1673352" y="142621"/>
                  </a:lnTo>
                  <a:lnTo>
                    <a:pt x="1681607" y="142621"/>
                  </a:lnTo>
                  <a:lnTo>
                    <a:pt x="1688592" y="143001"/>
                  </a:lnTo>
                  <a:lnTo>
                    <a:pt x="1715135" y="150240"/>
                  </a:lnTo>
                  <a:lnTo>
                    <a:pt x="1716532" y="151891"/>
                  </a:lnTo>
                  <a:lnTo>
                    <a:pt x="1717167" y="153924"/>
                  </a:lnTo>
                  <a:lnTo>
                    <a:pt x="1717167" y="156337"/>
                  </a:lnTo>
                  <a:lnTo>
                    <a:pt x="1717167" y="159765"/>
                  </a:lnTo>
                  <a:lnTo>
                    <a:pt x="1716405" y="163322"/>
                  </a:lnTo>
                  <a:lnTo>
                    <a:pt x="1714627" y="167132"/>
                  </a:lnTo>
                  <a:lnTo>
                    <a:pt x="1712976" y="170941"/>
                  </a:lnTo>
                  <a:lnTo>
                    <a:pt x="1710436" y="174878"/>
                  </a:lnTo>
                  <a:lnTo>
                    <a:pt x="1707134" y="179197"/>
                  </a:lnTo>
                  <a:lnTo>
                    <a:pt x="1619758" y="278257"/>
                  </a:lnTo>
                  <a:lnTo>
                    <a:pt x="1720850" y="434721"/>
                  </a:lnTo>
                  <a:lnTo>
                    <a:pt x="1723517" y="439165"/>
                  </a:lnTo>
                  <a:lnTo>
                    <a:pt x="1725549" y="442975"/>
                  </a:lnTo>
                  <a:lnTo>
                    <a:pt x="1726692" y="446277"/>
                  </a:lnTo>
                  <a:lnTo>
                    <a:pt x="1727962" y="449452"/>
                  </a:lnTo>
                  <a:lnTo>
                    <a:pt x="1728597" y="452374"/>
                  </a:lnTo>
                  <a:lnTo>
                    <a:pt x="1728597" y="455040"/>
                  </a:lnTo>
                  <a:lnTo>
                    <a:pt x="1728597" y="457326"/>
                  </a:lnTo>
                  <a:lnTo>
                    <a:pt x="1727962" y="459232"/>
                  </a:lnTo>
                  <a:lnTo>
                    <a:pt x="1726692" y="461010"/>
                  </a:lnTo>
                  <a:lnTo>
                    <a:pt x="1725549" y="462661"/>
                  </a:lnTo>
                  <a:lnTo>
                    <a:pt x="1693926" y="468122"/>
                  </a:lnTo>
                  <a:lnTo>
                    <a:pt x="1685036" y="468122"/>
                  </a:lnTo>
                  <a:lnTo>
                    <a:pt x="1675892" y="468122"/>
                  </a:lnTo>
                  <a:lnTo>
                    <a:pt x="1668526" y="467995"/>
                  </a:lnTo>
                  <a:lnTo>
                    <a:pt x="1662811" y="467487"/>
                  </a:lnTo>
                  <a:lnTo>
                    <a:pt x="1657096" y="466978"/>
                  </a:lnTo>
                  <a:lnTo>
                    <a:pt x="1652397" y="466344"/>
                  </a:lnTo>
                  <a:lnTo>
                    <a:pt x="1648714" y="465327"/>
                  </a:lnTo>
                  <a:lnTo>
                    <a:pt x="1645031" y="464312"/>
                  </a:lnTo>
                  <a:lnTo>
                    <a:pt x="1642237" y="462914"/>
                  </a:lnTo>
                  <a:lnTo>
                    <a:pt x="1640205" y="461137"/>
                  </a:lnTo>
                  <a:lnTo>
                    <a:pt x="1638173" y="459359"/>
                  </a:lnTo>
                  <a:lnTo>
                    <a:pt x="1636395" y="456946"/>
                  </a:lnTo>
                  <a:lnTo>
                    <a:pt x="1634871" y="454151"/>
                  </a:lnTo>
                  <a:lnTo>
                    <a:pt x="1535303" y="296672"/>
                  </a:lnTo>
                  <a:lnTo>
                    <a:pt x="1535303" y="454787"/>
                  </a:lnTo>
                  <a:lnTo>
                    <a:pt x="1535303" y="456946"/>
                  </a:lnTo>
                  <a:lnTo>
                    <a:pt x="1534668" y="458977"/>
                  </a:lnTo>
                  <a:lnTo>
                    <a:pt x="1501394" y="468122"/>
                  </a:lnTo>
                  <a:lnTo>
                    <a:pt x="1493139" y="468122"/>
                  </a:lnTo>
                  <a:lnTo>
                    <a:pt x="1484884" y="468122"/>
                  </a:lnTo>
                  <a:lnTo>
                    <a:pt x="1459865" y="464820"/>
                  </a:lnTo>
                  <a:lnTo>
                    <a:pt x="1456563" y="463676"/>
                  </a:lnTo>
                  <a:lnTo>
                    <a:pt x="1454277" y="462279"/>
                  </a:lnTo>
                  <a:lnTo>
                    <a:pt x="1453007" y="460628"/>
                  </a:lnTo>
                  <a:lnTo>
                    <a:pt x="1451610" y="458977"/>
                  </a:lnTo>
                  <a:lnTo>
                    <a:pt x="1450975" y="456946"/>
                  </a:lnTo>
                  <a:lnTo>
                    <a:pt x="1450975" y="454787"/>
                  </a:lnTo>
                  <a:lnTo>
                    <a:pt x="1450975" y="14477"/>
                  </a:lnTo>
                  <a:lnTo>
                    <a:pt x="1450975" y="12191"/>
                  </a:lnTo>
                  <a:lnTo>
                    <a:pt x="1451610" y="10160"/>
                  </a:lnTo>
                  <a:lnTo>
                    <a:pt x="1453007" y="8382"/>
                  </a:lnTo>
                  <a:lnTo>
                    <a:pt x="1454277" y="6603"/>
                  </a:lnTo>
                  <a:lnTo>
                    <a:pt x="1484884" y="0"/>
                  </a:lnTo>
                  <a:lnTo>
                    <a:pt x="1493139" y="0"/>
                  </a:lnTo>
                  <a:close/>
                </a:path>
                <a:path w="2891154" h="474345">
                  <a:moveTo>
                    <a:pt x="420243" y="0"/>
                  </a:moveTo>
                  <a:lnTo>
                    <a:pt x="428498" y="0"/>
                  </a:lnTo>
                  <a:lnTo>
                    <a:pt x="435356" y="380"/>
                  </a:lnTo>
                  <a:lnTo>
                    <a:pt x="462407" y="12191"/>
                  </a:lnTo>
                  <a:lnTo>
                    <a:pt x="462407" y="14477"/>
                  </a:lnTo>
                  <a:lnTo>
                    <a:pt x="462407" y="179450"/>
                  </a:lnTo>
                  <a:lnTo>
                    <a:pt x="495589" y="153501"/>
                  </a:lnTo>
                  <a:lnTo>
                    <a:pt x="541754" y="137679"/>
                  </a:lnTo>
                  <a:lnTo>
                    <a:pt x="553847" y="137033"/>
                  </a:lnTo>
                  <a:lnTo>
                    <a:pt x="568491" y="137654"/>
                  </a:lnTo>
                  <a:lnTo>
                    <a:pt x="615257" y="152495"/>
                  </a:lnTo>
                  <a:lnTo>
                    <a:pt x="645088" y="183544"/>
                  </a:lnTo>
                  <a:lnTo>
                    <a:pt x="660213" y="227397"/>
                  </a:lnTo>
                  <a:lnTo>
                    <a:pt x="663321" y="271652"/>
                  </a:lnTo>
                  <a:lnTo>
                    <a:pt x="663321" y="454787"/>
                  </a:lnTo>
                  <a:lnTo>
                    <a:pt x="663321" y="456946"/>
                  </a:lnTo>
                  <a:lnTo>
                    <a:pt x="629539" y="468122"/>
                  </a:lnTo>
                  <a:lnTo>
                    <a:pt x="621538" y="468122"/>
                  </a:lnTo>
                  <a:lnTo>
                    <a:pt x="613283" y="468122"/>
                  </a:lnTo>
                  <a:lnTo>
                    <a:pt x="579374" y="456946"/>
                  </a:lnTo>
                  <a:lnTo>
                    <a:pt x="579374" y="454787"/>
                  </a:lnTo>
                  <a:lnTo>
                    <a:pt x="579374" y="284352"/>
                  </a:lnTo>
                  <a:lnTo>
                    <a:pt x="574040" y="241935"/>
                  </a:lnTo>
                  <a:lnTo>
                    <a:pt x="544957" y="211962"/>
                  </a:lnTo>
                  <a:lnTo>
                    <a:pt x="537591" y="210312"/>
                  </a:lnTo>
                  <a:lnTo>
                    <a:pt x="529082" y="210312"/>
                  </a:lnTo>
                  <a:lnTo>
                    <a:pt x="488303" y="228548"/>
                  </a:lnTo>
                  <a:lnTo>
                    <a:pt x="462407" y="256159"/>
                  </a:lnTo>
                  <a:lnTo>
                    <a:pt x="462407" y="454787"/>
                  </a:lnTo>
                  <a:lnTo>
                    <a:pt x="462407" y="456946"/>
                  </a:lnTo>
                  <a:lnTo>
                    <a:pt x="428498" y="468122"/>
                  </a:lnTo>
                  <a:lnTo>
                    <a:pt x="420243" y="468122"/>
                  </a:lnTo>
                  <a:lnTo>
                    <a:pt x="411988" y="468122"/>
                  </a:lnTo>
                  <a:lnTo>
                    <a:pt x="386969" y="464820"/>
                  </a:lnTo>
                  <a:lnTo>
                    <a:pt x="383667" y="463676"/>
                  </a:lnTo>
                  <a:lnTo>
                    <a:pt x="381381" y="462279"/>
                  </a:lnTo>
                  <a:lnTo>
                    <a:pt x="380111" y="460628"/>
                  </a:lnTo>
                  <a:lnTo>
                    <a:pt x="378714" y="458977"/>
                  </a:lnTo>
                  <a:lnTo>
                    <a:pt x="378079" y="456946"/>
                  </a:lnTo>
                  <a:lnTo>
                    <a:pt x="378079" y="454787"/>
                  </a:lnTo>
                  <a:lnTo>
                    <a:pt x="378079" y="14477"/>
                  </a:lnTo>
                  <a:lnTo>
                    <a:pt x="378079" y="12191"/>
                  </a:lnTo>
                  <a:lnTo>
                    <a:pt x="378714" y="10160"/>
                  </a:lnTo>
                  <a:lnTo>
                    <a:pt x="380111" y="8382"/>
                  </a:lnTo>
                  <a:lnTo>
                    <a:pt x="381381" y="6603"/>
                  </a:lnTo>
                  <a:lnTo>
                    <a:pt x="411988" y="0"/>
                  </a:lnTo>
                  <a:lnTo>
                    <a:pt x="420243" y="0"/>
                  </a:lnTo>
                  <a:close/>
                </a:path>
              </a:pathLst>
            </a:custGeom>
            <a:ln w="1219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21-02-</a:t>
            </a:r>
            <a:r>
              <a:rPr spc="-20" dirty="0"/>
              <a:t>2026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476</Words>
  <Application>Microsoft Office PowerPoint</Application>
  <PresentationFormat>Widescreen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MT</vt:lpstr>
      <vt:lpstr>Calibri</vt:lpstr>
      <vt:lpstr>Times New Roman</vt:lpstr>
      <vt:lpstr>Office Theme</vt:lpstr>
      <vt:lpstr> KALPATARU INSTITUTE OF TECHNOLOGY TIPTUR  DEPARTMENT OF ELECTRONICS AND COMMUNICATION ENGINEERING        INDUSTRY / RESEARCH INTERNSHIP (BEC803) </vt:lpstr>
      <vt:lpstr>Introduction</vt:lpstr>
      <vt:lpstr>About the Company</vt:lpstr>
      <vt:lpstr>Literature Review or Pre-requisite of the Project</vt:lpstr>
      <vt:lpstr>Learning Plan</vt:lpstr>
      <vt:lpstr>PowerPoint Presentation</vt:lpstr>
      <vt:lpstr>About Internship Training</vt:lpstr>
      <vt:lpstr>Work done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the Internship&gt;</dc:title>
  <dc:creator>Student</dc:creator>
  <cp:lastModifiedBy>Tejaswini RN</cp:lastModifiedBy>
  <cp:revision>2</cp:revision>
  <dcterms:created xsi:type="dcterms:W3CDTF">2026-04-14T09:45:32Z</dcterms:created>
  <dcterms:modified xsi:type="dcterms:W3CDTF">2026-05-15T17:05:50Z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2026-04-14T00:00:00Z</vt:filetime>
  </property>
  <property fmtid="{D5CDD505-2E9C-101B-9397-08002B2CF9AE}" pid="5" name="Producer">
    <vt:lpwstr>Microsoft® PowerPoint® 2021</vt:lpwstr>
  </property>
</Properties>
</file>